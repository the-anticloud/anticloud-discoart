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2026-10-02T09:27:11.472959Z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24760334263333d7e59f0024c3a66df9d1f6a3fd54b7ba75fd7dd6ce68f8ed98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2026-10-02T09:27:11.472959Z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