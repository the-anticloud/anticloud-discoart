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2026-10-02T09:27:12.996507Z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4fb470ba4d90e6010468ef86be492ca4f1099b65b0fa51587c29077ddd1c461b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2026-10-02T09:27:12.996507Z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